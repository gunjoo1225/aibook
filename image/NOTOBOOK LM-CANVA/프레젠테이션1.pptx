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5" r:id="rId8"/>
    <p:sldId id="261" r:id="rId9"/>
    <p:sldId id="264" r:id="rId10"/>
    <p:sldId id="268" r:id="rId11"/>
    <p:sldId id="263" r:id="rId12"/>
    <p:sldId id="262" r:id="rId13"/>
    <p:sldId id="266" r:id="rId14"/>
    <p:sldId id="26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08" y="4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33B2-9A9B-4B25-83DF-FDF5A88A1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4B3D70-B6E4-4799-B788-6E1879EAC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690E6-1B64-44C3-B750-AFE1D591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90544-D74A-4E53-A706-423883BE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24F7F-D5D1-48FA-AE86-676B8F5E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05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C8386-C925-4291-8ADB-7F4E6CBD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CC025-DF15-402E-8A14-BDA61A54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6447D-C3DE-4F96-AC55-6FC65007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1C536-AEF7-4CA5-BDC6-EA4E33BE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1745-C6C1-47FA-9641-1A9B42AF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58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6F1BD-DE71-4345-800E-859674C4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7ED770-D0E5-434C-9A58-891902FA9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95B04-57F1-4E55-AFAF-ECFB5FFE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84A41-A3D3-40DF-9D02-ABD7C9C8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8C132-D185-49B7-9989-B00A0578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2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07742-15D8-4D55-B9A4-95AAD1C7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B1740-F8FF-4B72-8C73-019DD670A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7D7FDC-F547-4FD7-B50B-59B77317D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6528B0-7B76-4833-8DB3-78C5F1B1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B33F01-C810-4FD5-938A-8D54B820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A29F07-8067-4C22-AB89-3E090AC1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56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5D597-37FF-4FC4-B879-8AB5ED13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16068-6D0B-4D23-BD05-07EFEBBAA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810EB-B9C5-4CE2-A721-D4D366A41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EBBBB-651E-4AA9-9A44-A376A85A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F5F4A2-53A1-4DF6-BC24-02BFABE88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945B89-6910-4ADF-9571-C8668493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A7D760-8ACD-4ABB-A0EA-D03A77C2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EFCA02-65D4-464D-BF93-C593E3B8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66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A0912-5706-4DF0-9982-D3CD6433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877D27-8287-41A5-9F9F-500D424E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95D880-BE50-4D05-A4B7-0F1C4AE9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A9D294-F0FD-42B4-AB31-0CBB4B37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4EC7CD-12AC-4BF8-9999-F3DFF7D3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E042C4-685B-4E59-B544-9012AD34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F9E5B-5CA9-4B71-8E87-A7CBAD6F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4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E7A36-210B-4567-95BD-E433178A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03B3D-E6EB-4FB5-B55F-7789CF21C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196555-BBE6-4D5C-AA61-874D4FD42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46EB5-0F78-4497-B917-DD8DCAC98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CB48D8-C57A-408E-98A9-D25FDA18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407E16-B419-425C-9A7B-B44E0AA9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11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33748-DBB4-4389-BDDF-966BFE7EF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885593-0149-4599-96F6-7FB3D2410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E9BAA3-67BA-41AB-93FA-A847AB395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B88D80-1B9C-420B-A739-9FB8E5A6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200C8-AE45-4DB9-B8BD-EF86939F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058BC-747B-4D74-8A83-AF7EEB31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1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B3A17-73AF-4D4A-8E2E-097865B3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E042A6-A328-4665-8FE6-0AFBF5C24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61F45-4B11-4B4A-A81D-1CC70944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887CD-E2BB-49F0-AA92-1E1C6D69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C881F-84A8-43B5-A48B-D67AB7C0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3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B58D9D-B20F-447E-A8E6-7968F99FB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EE2ED7-1402-4E99-BD8D-70626049B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0DC509-7E82-4595-B4B7-67160CD0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0AC40-95B8-4F6A-B300-D95BD6BB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99D4A-F834-4358-8C6B-FB846C58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37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B7F4BF-169B-4EF2-B91B-DB2098FC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E158B-A36C-4E49-A3B5-565AA7EB2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4B751-03D0-4285-A769-D9EAE042D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FF78-64FB-43E5-9BFA-CC2A09BD3C46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8F432-1326-4493-80F4-44B855BEA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6C506-E942-4474-841A-AAABB37F6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AD57F-5106-42B9-A77D-1D1E4769D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45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549326E-0CFA-483B-81DA-F056B7F4F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94"/>
            <a:ext cx="12192000" cy="65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5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AD27D81-E10A-4E00-8125-2CEF849BE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013"/>
            <a:ext cx="12192000" cy="577997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FDB0948-2119-4780-9F47-98C7D943A02F}"/>
              </a:ext>
            </a:extLst>
          </p:cNvPr>
          <p:cNvSpPr/>
          <p:nvPr/>
        </p:nvSpPr>
        <p:spPr>
          <a:xfrm rot="19198743">
            <a:off x="6667017" y="5000264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914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C5EC17B-D3E2-4848-80EE-7F02D19B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72" y="0"/>
            <a:ext cx="11272256" cy="6858000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200117F-8870-4867-B9BE-23BD44115BE1}"/>
              </a:ext>
            </a:extLst>
          </p:cNvPr>
          <p:cNvSpPr/>
          <p:nvPr/>
        </p:nvSpPr>
        <p:spPr>
          <a:xfrm rot="1177749">
            <a:off x="6574421" y="5915222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90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A40B5E-F081-4050-9C8E-68D007D0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11" y="0"/>
            <a:ext cx="11263977" cy="685800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741B96E-A7BB-4970-BFF7-7BFF51AD3BE7}"/>
              </a:ext>
            </a:extLst>
          </p:cNvPr>
          <p:cNvSpPr/>
          <p:nvPr/>
        </p:nvSpPr>
        <p:spPr>
          <a:xfrm rot="1451171">
            <a:off x="5667735" y="2222897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FDE6AC9-37C7-4805-AEA7-3838E30E4A31}"/>
              </a:ext>
            </a:extLst>
          </p:cNvPr>
          <p:cNvSpPr/>
          <p:nvPr/>
        </p:nvSpPr>
        <p:spPr>
          <a:xfrm>
            <a:off x="1898248" y="659758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732F2D-A33E-4150-8A49-87251B9FFC09}"/>
              </a:ext>
            </a:extLst>
          </p:cNvPr>
          <p:cNvSpPr/>
          <p:nvPr/>
        </p:nvSpPr>
        <p:spPr>
          <a:xfrm>
            <a:off x="11438621" y="659758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C9015B8-D483-477E-954E-2760441257CB}"/>
              </a:ext>
            </a:extLst>
          </p:cNvPr>
          <p:cNvSpPr/>
          <p:nvPr/>
        </p:nvSpPr>
        <p:spPr>
          <a:xfrm>
            <a:off x="11438621" y="6024622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4E77FA1-7A18-4DD7-A5D6-F64DCAFF8A18}"/>
              </a:ext>
            </a:extLst>
          </p:cNvPr>
          <p:cNvSpPr/>
          <p:nvPr/>
        </p:nvSpPr>
        <p:spPr>
          <a:xfrm>
            <a:off x="1898248" y="6024622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5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0EDF77-6E18-49DD-B925-A0E0ECE7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62" y="0"/>
            <a:ext cx="11424875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21CC934-B3FA-400D-B445-5917B3645F18}"/>
              </a:ext>
            </a:extLst>
          </p:cNvPr>
          <p:cNvSpPr/>
          <p:nvPr/>
        </p:nvSpPr>
        <p:spPr>
          <a:xfrm>
            <a:off x="7326775" y="5011838"/>
            <a:ext cx="2048719" cy="4629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34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56AE54-BEF0-4E90-91D4-A08B82A5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01" y="0"/>
            <a:ext cx="11261798" cy="685800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B73755B-B271-4ACD-AD18-3343C94B76ED}"/>
              </a:ext>
            </a:extLst>
          </p:cNvPr>
          <p:cNvSpPr/>
          <p:nvPr/>
        </p:nvSpPr>
        <p:spPr>
          <a:xfrm rot="12252778">
            <a:off x="2044860" y="1035901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04CE7AAC-9B7D-48D2-90CE-B68B5BD84E61}"/>
              </a:ext>
            </a:extLst>
          </p:cNvPr>
          <p:cNvSpPr/>
          <p:nvPr/>
        </p:nvSpPr>
        <p:spPr>
          <a:xfrm rot="20282753">
            <a:off x="10704073" y="1035903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198EB7C-FF40-4E18-882C-1BB4E1B4FE86}"/>
              </a:ext>
            </a:extLst>
          </p:cNvPr>
          <p:cNvSpPr/>
          <p:nvPr/>
        </p:nvSpPr>
        <p:spPr>
          <a:xfrm rot="8954822">
            <a:off x="2150094" y="5732667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AAD8871-A064-4C69-AB29-4CC2137316CC}"/>
              </a:ext>
            </a:extLst>
          </p:cNvPr>
          <p:cNvSpPr/>
          <p:nvPr/>
        </p:nvSpPr>
        <p:spPr>
          <a:xfrm rot="1873050">
            <a:off x="10728827" y="5683523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48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A40B5E-F081-4050-9C8E-68D007D0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11" y="0"/>
            <a:ext cx="11263977" cy="685800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741B96E-A7BB-4970-BFF7-7BFF51AD3BE7}"/>
              </a:ext>
            </a:extLst>
          </p:cNvPr>
          <p:cNvSpPr/>
          <p:nvPr/>
        </p:nvSpPr>
        <p:spPr>
          <a:xfrm rot="1451171">
            <a:off x="5667735" y="2222897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FDE6AC9-37C7-4805-AEA7-3838E30E4A31}"/>
              </a:ext>
            </a:extLst>
          </p:cNvPr>
          <p:cNvSpPr/>
          <p:nvPr/>
        </p:nvSpPr>
        <p:spPr>
          <a:xfrm>
            <a:off x="1898248" y="659758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732F2D-A33E-4150-8A49-87251B9FFC09}"/>
              </a:ext>
            </a:extLst>
          </p:cNvPr>
          <p:cNvSpPr/>
          <p:nvPr/>
        </p:nvSpPr>
        <p:spPr>
          <a:xfrm>
            <a:off x="11438621" y="659758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C9015B8-D483-477E-954E-2760441257CB}"/>
              </a:ext>
            </a:extLst>
          </p:cNvPr>
          <p:cNvSpPr/>
          <p:nvPr/>
        </p:nvSpPr>
        <p:spPr>
          <a:xfrm>
            <a:off x="11438621" y="6024622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4E77FA1-7A18-4DD7-A5D6-F64DCAFF8A18}"/>
              </a:ext>
            </a:extLst>
          </p:cNvPr>
          <p:cNvSpPr/>
          <p:nvPr/>
        </p:nvSpPr>
        <p:spPr>
          <a:xfrm>
            <a:off x="1898248" y="6024622"/>
            <a:ext cx="324091" cy="34724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61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8341FC-6A55-48A1-872C-26569B31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" y="0"/>
            <a:ext cx="12132799" cy="685800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094E109-2B09-4D94-AAEA-01BD4573380D}"/>
              </a:ext>
            </a:extLst>
          </p:cNvPr>
          <p:cNvSpPr/>
          <p:nvPr/>
        </p:nvSpPr>
        <p:spPr>
          <a:xfrm rot="12252778">
            <a:off x="4371371" y="873855"/>
            <a:ext cx="856527" cy="23149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531DFA-B906-41F1-8D89-04D3D91B0655}"/>
              </a:ext>
            </a:extLst>
          </p:cNvPr>
          <p:cNvSpPr/>
          <p:nvPr/>
        </p:nvSpPr>
        <p:spPr>
          <a:xfrm>
            <a:off x="3844723" y="386641"/>
            <a:ext cx="727278" cy="32175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06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8341FC-6A55-48A1-872C-26569B31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" y="0"/>
            <a:ext cx="12132799" cy="6858000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A9423095-7AC2-44F3-A97C-77CC3199AD4E}"/>
              </a:ext>
            </a:extLst>
          </p:cNvPr>
          <p:cNvSpPr/>
          <p:nvPr/>
        </p:nvSpPr>
        <p:spPr>
          <a:xfrm rot="9164460">
            <a:off x="1639952" y="1462509"/>
            <a:ext cx="856527" cy="180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E1EAA3-D874-49BF-BE3C-FEA1D9494639}"/>
              </a:ext>
            </a:extLst>
          </p:cNvPr>
          <p:cNvSpPr/>
          <p:nvPr/>
        </p:nvSpPr>
        <p:spPr>
          <a:xfrm>
            <a:off x="1043856" y="1759621"/>
            <a:ext cx="602272" cy="91413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5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3B5FDF-CB37-4BB5-A036-D01B71519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6" y="0"/>
            <a:ext cx="1118416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C7B4C7-4EAF-4645-BF0E-749F8B93AE57}"/>
              </a:ext>
            </a:extLst>
          </p:cNvPr>
          <p:cNvSpPr/>
          <p:nvPr/>
        </p:nvSpPr>
        <p:spPr>
          <a:xfrm>
            <a:off x="914401" y="2430683"/>
            <a:ext cx="2048719" cy="36170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93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3B5FDF-CB37-4BB5-A036-D01B71519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6" y="0"/>
            <a:ext cx="1118416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C7B4C7-4EAF-4645-BF0E-749F8B93AE57}"/>
              </a:ext>
            </a:extLst>
          </p:cNvPr>
          <p:cNvSpPr/>
          <p:nvPr/>
        </p:nvSpPr>
        <p:spPr>
          <a:xfrm>
            <a:off x="914401" y="3518703"/>
            <a:ext cx="2048719" cy="36170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97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1247AD-302A-47AE-8E0C-0017470C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2689D0F-3DAB-47DD-8D7E-971E5F651E81}"/>
              </a:ext>
            </a:extLst>
          </p:cNvPr>
          <p:cNvSpPr/>
          <p:nvPr/>
        </p:nvSpPr>
        <p:spPr>
          <a:xfrm>
            <a:off x="9491242" y="4143736"/>
            <a:ext cx="2546429" cy="5092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19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2BCFF66-5B0A-4DE7-8517-06F576C5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27" y="0"/>
            <a:ext cx="11007746" cy="6858000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F7999B6-D256-4F8F-A4E6-AE5E798809B7}"/>
              </a:ext>
            </a:extLst>
          </p:cNvPr>
          <p:cNvSpPr/>
          <p:nvPr/>
        </p:nvSpPr>
        <p:spPr>
          <a:xfrm rot="20330364">
            <a:off x="10448286" y="281891"/>
            <a:ext cx="856527" cy="180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2493C7C-DBAD-4ED3-8F66-6741A6063331}"/>
              </a:ext>
            </a:extLst>
          </p:cNvPr>
          <p:cNvSpPr/>
          <p:nvPr/>
        </p:nvSpPr>
        <p:spPr>
          <a:xfrm rot="20330364">
            <a:off x="10195571" y="893001"/>
            <a:ext cx="856527" cy="180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871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38A3E09-5A6B-4117-90B2-6BB23615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05" y="0"/>
            <a:ext cx="10702390" cy="6858000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295208B-6148-4F9A-B55C-543B6595E922}"/>
              </a:ext>
            </a:extLst>
          </p:cNvPr>
          <p:cNvSpPr/>
          <p:nvPr/>
        </p:nvSpPr>
        <p:spPr>
          <a:xfrm rot="2623367">
            <a:off x="4023371" y="5271570"/>
            <a:ext cx="856527" cy="180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80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gunjoo1225@naver.com</dc:creator>
  <cp:lastModifiedBy>gunjoo1225@naver.com</cp:lastModifiedBy>
  <cp:revision>1</cp:revision>
  <dcterms:created xsi:type="dcterms:W3CDTF">2026-05-25T02:51:22Z</dcterms:created>
  <dcterms:modified xsi:type="dcterms:W3CDTF">2026-05-25T12:21:49Z</dcterms:modified>
</cp:coreProperties>
</file>